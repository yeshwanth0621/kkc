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</a:rPr>
              <a:t>KKC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Kalam Knowledge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BEAFE"/>
                </a:solidFill>
              </a:rPr>
              <a:t>Igniting Minds · Inspiring Futures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Kalam Knowledge Club (KKC) is a student-led knowledge community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Named after Dr. A.P.J. Abdul Kalam — scientist, teacher, and visionary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Founded to foster curiosity, creativity, and collaborative learning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Open to learners of all backgrounds and disciplines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 safe space to explore ideas, challenge assumptions, and grow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Mission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Cultivate a culture of lifelong learning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Encourage critical thinking and innovation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Build a supportive peer-learning community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Bridge the gap between knowledge and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35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Our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659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Become a premier knowledge hub for students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Inspire the next generation of leaders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Foster interdisciplinary collaboration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▸  Make quality learning accessible to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Core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Curiosity   — Ask bold questions, explore new horizons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Community  — Grow stronger together through collaboration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Innovation — Embrace creativity and fresh perspectives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Knowledge  — Pursue continuous learning in all forms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Excellence — Strive for quality in everything we do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Inclusion  — Welcome diverse ideas and backgrounds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645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Club Activities &amp;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Reading Challenges  — Monthly themed reading programs (BookTopia)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Knowledge Workshops — Skill-building sessions led by peers and mentors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Debate &amp; Discussion — Structured forums to sharpen critical thinking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Guest Speaker Series — Inspiring talks from industry professionals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Project Showcases   — Platforms to present student innovations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Competitions        — Quizzes, hackathons, and writing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Spotlight: BookTopia Reading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 month-long community reading challenge hosted by KKC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Participants track their reading progress and earn badges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Choose from curated book lists across multiple genres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Share reviews, quotes, and reflections with the community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Compete on leaderboards while celebrating every reader's journey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Hosted at kkc.booktopia — join the next challenge today!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6459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Join the Club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to Become a 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Any student passionate about learning can join — no prerequisites!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Visit our website or attend an introductory session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Register your membership (free of charge)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Attend at least one event per month to stay active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Volunteer to host or co-facilitate an event or workshop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</a:rPr>
              <a:t>●  </a:t>
            </a:r>
            <a:r>
              <a:rPr sz="1600">
                <a:solidFill>
                  <a:srgbClr val="1E293B"/>
                </a:solidFill>
              </a:rPr>
              <a:t>Bring a friend — the more, the merrier!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Kalam Knowledge Club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Let's Ignite Minds Together!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9E0B"/>
                </a:solidFill>
              </a:rPr>
              <a:t>Join Kalam Knowledge Club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</a:rPr>
              <a:t>https://yeshwanth0621.github.io/kkc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