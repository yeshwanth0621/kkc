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</a:rPr>
              <a:t>BookTopia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BookTopia Reading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DE9FE"/>
                </a:solidFill>
              </a:rPr>
              <a:t>Track your reading journey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9E0B"/>
                </a:solidFill>
              </a:rPr>
              <a:t>A KKC Initiative ·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BookTopia?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A month-long community reading challenge organised by KKC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Designed to build consistent reading habits among students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Combines personal growth with friendly community competition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A celebration of books, stories, and ideas of every kind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Open to all members — fiction, non-fiction, poetry, and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During 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Register with your KKC account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Select books from your own shelf or our curated list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Log pages / chapters read each day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Submit brief reflections or key takeaways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Earn badges for milestones reached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417320"/>
            <a:ext cx="3931920" cy="411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356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Community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9659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Live leaderboard to track progress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Share favourite quotes with the group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Give &amp; receive reading recommendations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Participate in weekly discussion prompts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Celebrate top readers at the month's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6459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Key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Platform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Personal reading dashboard with daily progress tracking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20 unique avatar options to personalise your profile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Genre-based book discovery and recommendations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Social feed: share reviews and highlight passages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Achievement badges: Bookworm, Page-Turner, Genre Explorer...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Monthly recap — a visual summary of your reading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Participate?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Personal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Build a stronger reading habit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Expand vocabulary and knowledge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Improve focus and concentration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Discover new authors and genres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Earn recognition and certificates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417320"/>
            <a:ext cx="3931920" cy="4114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356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Community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9659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Bond over shared reading experiences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Spark meaningful conversations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Create a culture of intellectual curiosity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Support peers in their learning journeys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Be part of something bigger than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Achievements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500+  students participated in the inaugural challenge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3,200+ books logged across all participants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98 badges awarded in the very first month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Participants from 12+ different schools and colleges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200+ book reviews and reflections shared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85% of participants joined the next challenge!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6459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Join the Challenge!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to 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Visit the BookTopia platform through the KKC website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Sign up with your name and create your reading profile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Pick your avatar and set your monthly reading goal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Browse the curated book list or add your own picks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Start reading and log your first entry — it's that easy!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Invite friends and make it a group reading adventure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Happy Reading!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59E0B"/>
                </a:solidFill>
              </a:rPr>
              <a:t>Every page turned is a step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DE9FE"/>
                </a:solidFill>
              </a:rPr>
              <a:t>https://yeshwanth0621.github.io/kkc/booktopia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