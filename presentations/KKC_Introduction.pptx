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Kalam Knowledge Club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00400"/>
            <a:ext cx="3959352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9C8"/>
                </a:solidFill>
              </a:rPr>
              <a:t>Igniting Minds, Inspiring Futures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</a:rPr>
              <a:t>Empowering Students Through Innovation, Knowledge &amp; Creativity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</a:rPr>
              <a:t>The Official Club for Future Leaders and Innovators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365760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About KKC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0E8FF"/>
                </a:solidFill>
              </a:rPr>
              <a:t>Kalam Knowledge Club is more than just a student organization. We are a community of dreamers, doers, and thinkers inspired by the vision of Dr. A.P.J. Abdul Kalam. Our mission is to foster intellectual growth, technological innovation, and social responsibility among students.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023360"/>
            <a:ext cx="11338560" cy="164592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4023360"/>
            <a:ext cx="109728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D700"/>
                </a:solidFill>
              </a:rPr>
              <a:t>"Dream, Dream, Dream. Dreams transform into thoughts and thoughts result in action."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</a:rPr>
              <a:t>— Dr. A.P.J. Abdul Kalam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474720" cy="64008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73152" cy="6400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BFF"/>
                </a:solidFill>
              </a:rPr>
              <a:t>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38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Passionate Learners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423160"/>
            <a:ext cx="3474720" cy="64008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423160"/>
            <a:ext cx="73152" cy="6400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441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BFF"/>
                </a:solidFill>
              </a:rPr>
              <a:t>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15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Creative Thinking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200400"/>
            <a:ext cx="3474720" cy="64008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200400"/>
            <a:ext cx="73152" cy="6400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218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BFF"/>
                </a:solidFill>
              </a:rPr>
              <a:t>Excellence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493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Awards &amp; Recognition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365760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Mission &amp;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03520" cy="457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🎯 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To foster a culture of continuous learning, technical excellence, and innovation among students, preparing them to be future leaders and change-makers who make a real difference in the world.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4114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303520" cy="4572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🌟 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To become a leading hub for innovation, knowledge, and student development — creating a platform where ideas transform into reality and impact society positively for generations to come.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365760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We Offer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01168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" cy="20116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BFF"/>
                </a:solidFill>
              </a:rPr>
              <a:t>🎓  Workshops &amp; Seminars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Learn cutting-edge technologies through hands-on workshops and seminars led by industry experts and experienced mentors.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486400" cy="201168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73152" cy="20116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BFF"/>
                </a:solidFill>
              </a:rPr>
              <a:t>💡  Innovation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Participate in hackathons, coding competitions, and innovation challenges to test your skills and win exciting prizes.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486400" cy="201168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73152" cy="20116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BFF"/>
                </a:solidFill>
              </a:rPr>
              <a:t>🤝  Networking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Connect with industry leaders, alumni, and fellow students in an inclusive and supportive community.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5486400" cy="201168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023360"/>
            <a:ext cx="73152" cy="20116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BFF"/>
                </a:solidFill>
              </a:rPr>
              <a:t>🚀  Project Collaboration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Join a vibrant community to share ideas, collaborate on projects, and grow together as future innovators.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365760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Our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0" cy="36576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The dedicated individuals making a difference through innovation and collaboration.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822960" cy="8229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President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Visionary leader with a passion for innovation and community building.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4864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2377440"/>
            <a:ext cx="822960" cy="8229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Secretary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7889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Financial expert managing resources for impactful events and initiatives.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54864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Tech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920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Expert in modern web technologies and full-stack development.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4864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4480560"/>
            <a:ext cx="822960" cy="8229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Events 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48920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Creative and energetic, orchestrates memorable events and workshops.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Join Kalam Knowledge Club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651760"/>
            <a:ext cx="3959352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C9C8"/>
                </a:solidFill>
              </a:rPr>
              <a:t>Start your journey towards excellence, innovation, and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8FF"/>
                </a:solidFill>
              </a:rPr>
              <a:t>✦  Hands-on learning experiences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8FF"/>
                </a:solidFill>
              </a:rPr>
              <a:t>✦  Industry exposure &amp; networking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8FF"/>
                </a:solidFill>
              </a:rPr>
              <a:t>✦  Competitions &amp; prizes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8FF"/>
                </a:solidFill>
              </a:rPr>
              <a:t>✦  Leadership opportunities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5760720"/>
            <a:ext cx="3959352" cy="5943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5806440"/>
            <a:ext cx="3959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BE PART OF THE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