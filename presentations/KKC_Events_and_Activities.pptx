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Events &amp;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00400"/>
            <a:ext cx="3959352" cy="4572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C9C8"/>
                </a:solidFill>
              </a:rPr>
              <a:t>Kalam Knowledge 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</a:rPr>
              <a:t>Milestones that mark our journey of excellence, innovation, and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</a:rPr>
              <a:t>A comprehensive platform for learning, growing, and making an impact.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36576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Workshops &amp; Seminars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4572000" cy="36576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Learn cutting-edge technologies through hands-on workshops and seminars led by industry experts and experienced mentors.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5486400" cy="123444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73152" cy="12344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C8"/>
                </a:solidFill>
              </a:rPr>
              <a:t>🤖  AI &amp; Machine Learning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8FF"/>
                </a:solidFill>
              </a:rPr>
              <a:t>A comprehensive session on emerging AI technologies and their real-world applications. Participants build and deploy ML models.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86000"/>
            <a:ext cx="5486400" cy="123444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286000"/>
            <a:ext cx="73152" cy="12344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C8"/>
                </a:solidFill>
              </a:rPr>
              <a:t>🌐  Web Development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8FF"/>
                </a:solidFill>
              </a:rPr>
              <a:t>Full-stack web development from HTML/CSS to React, Node.js, and databases. Build real projects with guidance from tech leads.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5486400" cy="123444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73152" cy="12344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C8"/>
                </a:solidFill>
              </a:rPr>
              <a:t>☁️  Cloud Computing &amp;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8FF"/>
                </a:solidFill>
              </a:rPr>
              <a:t>Hands-on experience with AWS, Docker, Kubernetes, and CI/CD pipelines. Industry-standard tools and practices.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03320"/>
            <a:ext cx="5486400" cy="123444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03320"/>
            <a:ext cx="73152" cy="12344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794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C8"/>
                </a:solidFill>
              </a:rPr>
              <a:t>🔐  Cybersecurity Essentials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8FF"/>
                </a:solidFill>
              </a:rPr>
              <a:t>Learn ethical hacking, penetration testing, and security best practices to protect digital assets.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5486400" cy="123444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73152" cy="12344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C8"/>
                </a:solidFill>
              </a:rPr>
              <a:t>📊  Data Science &amp;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8FF"/>
                </a:solidFill>
              </a:rPr>
              <a:t>Data visualization, Python for data analysis, and business intelligence using real-world datasets.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120640"/>
            <a:ext cx="5486400" cy="123444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5120640"/>
            <a:ext cx="73152" cy="12344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212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9C8"/>
                </a:solidFill>
              </a:rPr>
              <a:t>📱  Mobile App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6235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8FF"/>
                </a:solidFill>
              </a:rPr>
              <a:t>Build cross-platform mobile applications using React Native and Flutter with hands-on project sessions.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365760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Hackathons &amp; Competitions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0292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Participate in coding competitions, hackathons, and innovation challenges to test your skills and win exciting prizes.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74552" cy="146304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274552" cy="4114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⚡  KKC 24-Hour Hackathon  —  Annual Flagship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Students form teams to conceptualize, develop, and present innovative solutions to real-world problems. Cash prizes and internship opportunities await the winners! Open to all branches and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5486400" cy="10972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54864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🏆  Coding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Algorithm and data structure challenges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023360"/>
            <a:ext cx="5486400" cy="10972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486400" cy="731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160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C8"/>
                </a:solidFill>
              </a:rPr>
              <a:t>💡  Innovation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2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Present creative solutions to societal problems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5486400" cy="10972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5486400" cy="73152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9B4"/>
                </a:solidFill>
              </a:rPr>
              <a:t>🎨  Design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52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UI/UX design competition with prototyping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303520"/>
            <a:ext cx="5486400" cy="109728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5303520"/>
            <a:ext cx="54864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440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BFF"/>
                </a:solidFill>
              </a:rPr>
              <a:t>🤖  AI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852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Build and demo AI models for judging panel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365760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Annual Tech Fest — Project Expo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029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An annual event where students display innovative projects, research work, and technical achievements. Experts from various fields evaluate and recognize outstanding contributions.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54864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Project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632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Teams present semester-long projects to a panel of industry experts and faculty judges.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377440"/>
            <a:ext cx="54864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60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Research Presentations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06324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Students present original research and innovations in their respective fields.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54864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72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Awards &amp;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0749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Outstanding projects receive trophies, certificates, and industry mentorship opportunities.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389120"/>
            <a:ext cx="54864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72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Live Demonstrations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749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F"/>
                </a:solidFill>
              </a:rPr>
              <a:t>Interactive demos where visitors can experience and test the student-built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36576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Community &amp; Networking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029200" cy="36576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Connect with industry leaders, alumni, and fellow students in an inclusive and supportive community.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6576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73152" cy="18288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C8"/>
                </a:solidFill>
              </a:rPr>
              <a:t>Industry Expert Talks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Guest lectures from leaders in technology, entrepreneurship, and research fields.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2286000"/>
            <a:ext cx="36576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286000"/>
            <a:ext cx="73152" cy="18288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C8"/>
                </a:solidFill>
              </a:rPr>
              <a:t>Alumni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971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Mentorship sessions with successful KKC alumni working at top companies and startups.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2286000"/>
            <a:ext cx="36576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5" y="2286000"/>
            <a:ext cx="73152" cy="18288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5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C8"/>
                </a:solidFill>
              </a:rPr>
              <a:t>Peer Learning Circles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2971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Regular study groups and knowledge-sharing sessions among club members.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36576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73152" cy="18288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C8"/>
                </a:solidFill>
              </a:rPr>
              <a:t>Inter-College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Collaborations and cultural exchanges with clubs from other institutions.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1688" y="4297680"/>
            <a:ext cx="36576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8" y="4297680"/>
            <a:ext cx="73152" cy="18288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C8"/>
                </a:solidFill>
              </a:rPr>
              <a:t>Online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983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Active Discord server, GitHub organization, and social media for continuous engagement.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5" y="4297680"/>
            <a:ext cx="3657600" cy="1828800"/>
          </a:xfrm>
          <a:prstGeom prst="rect">
            <a:avLst/>
          </a:prstGeom>
          <a:solidFill>
            <a:srgbClr val="0D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5" y="4297680"/>
            <a:ext cx="73152" cy="18288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5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9C8"/>
                </a:solidFill>
              </a:rPr>
              <a:t>Club Newsletter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5" y="4983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F"/>
                </a:solidFill>
              </a:rPr>
              <a:t>Monthly newsletter featuring achievements, upcoming events, and tech articles by members.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Be Part of Something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C9C8"/>
                </a:solidFill>
              </a:rPr>
              <a:t>Extraordinary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46120"/>
            <a:ext cx="3959352" cy="4572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</a:rPr>
              <a:t>Join KKC — Where ideas transform into reality and impact society positively.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8FF"/>
                </a:solidFill>
              </a:rPr>
              <a:t>✦  Weekly workshops &amp; hands-on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8FF"/>
                </a:solidFill>
              </a:rPr>
              <a:t>✦  Annual hackathons with cash prizes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983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8FF"/>
                </a:solidFill>
              </a:rPr>
              <a:t>✦  Industry mentorship &amp; networking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8FF"/>
                </a:solidFill>
              </a:rPr>
              <a:t>✦  Project showcase &amp; recognition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6035040"/>
            <a:ext cx="3959352" cy="59436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6080760"/>
            <a:ext cx="3959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F2A"/>
                </a:solidFill>
              </a:rPr>
              <a:t>REGISTER NOW &amp; JOIN KKC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